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665476"/>
            <a:ext cx="7560056" cy="53610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898269"/>
            <a:ext cx="7560056" cy="68955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22271"/>
            <a:ext cx="7560056" cy="58475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65882"/>
            <a:ext cx="7560056" cy="49602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798826"/>
            <a:ext cx="7560056" cy="50943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799461"/>
            <a:ext cx="7560056" cy="50930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615438"/>
            <a:ext cx="7560056" cy="54611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Benutzerdefiniert</PresentationFormat>
  <Paragraphs>0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9" baseType="lpstr"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Online2PDF.com</cp:lastModifiedBy>
  <cp:revision>1</cp:revision>
  <dcterms:created xsi:type="dcterms:W3CDTF">2026-07-02T22:40:03Z</dcterms:created>
  <dcterms:modified xsi:type="dcterms:W3CDTF">2026-07-02T22:40:05Z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2026-07-03T00:00:00Z</vt:filetime>
  </property>
  <property fmtid="{D5CDD505-2E9C-101B-9397-08002B2CF9AE}" pid="3" name="LastSaved">
    <vt:filetime>2026-07-03T00:00:00Z</vt:filetime>
  </property>
</Properties>
</file>